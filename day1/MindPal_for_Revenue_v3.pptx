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2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THE REVENUE ORGANIZATION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SDR org into an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growth engine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9418320" cy="1005840"/>
          </a:xfrm>
          <a:prstGeom prst="roundRect">
            <a:avLst>
              <a:gd name="adj" fmla="val 9091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MindPal's multi-agent workforce cuts research time by 90%+, drops lead response under 5 minutes, and reclaims ~$700K/year in selling capacity — with a human approving every outbound message.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VP Sales / Chief Revenue Officer   |   Sales &amp; Revenue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reps aren't selling.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doing data entry.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731520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rep's time goes to non-selling work — writing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data entry, admin and internal meetings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State of Sales 2026 (n=4,050 reps)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3024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4383024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3024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SDR's time specifically goes to researching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and sourcing contact info before ever reaching 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3024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Sopro, State of Prospecting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34528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hrs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8034528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34528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B2B companies take to respond to 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and that's only among the 36% who ever reply at 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34528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RevenueHero, 2024: 1,000 live demo requests tested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your best-comped, highest-potential people are spending 6 of every 10 working hours on tasks that require zero judgment — nearly a third of it just hunting for who to contact — and 64% of B2B companies never respond to an inbound lead at 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what that's costing a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50-rep SDR organization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225796" cy="3566160"/>
          </a:xfrm>
          <a:prstGeom prst="roundRect">
            <a:avLst>
              <a:gd name="adj" fmla="val 307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BURNED ON RESEARCH &amp; ADMIN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45857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 / year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45857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SDRs × $100K fully-loaded cost (Bridge Group 2025 SDR Metrics Report) × 28% of time spent specifically on researching targets and sourcing contacts (Sopro).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4480560"/>
            <a:ext cx="4585716" cy="0"/>
          </a:xfrm>
          <a:prstGeom prst="line">
            <a:avLst/>
          </a:prstGeom>
          <a:noFill/>
          <a:ln w="12700">
            <a:solidFill>
              <a:srgbClr val="3A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617720"/>
            <a:ext cx="45857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equivalent of 14 full-time reps doing lookup work instead of building pipeline.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1636" y="228600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LEAK: SPEED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269748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1636" y="26974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03236" y="2697480"/>
            <a:ext cx="38541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convert if contacted within 5 min vs. 30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1636" y="3520440"/>
            <a:ext cx="52257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RESPONSE SPEED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1636" y="3822192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43032" y="38221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4114800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1636" y="4151376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43032" y="41513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31636" y="4443984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1636" y="4480560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43032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1636" y="4773168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809744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1–24 hours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43032" y="48097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31636" y="5102352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1636" y="5138928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hours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51389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5431536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31636" y="5541264"/>
            <a:ext cx="52257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Lead Response Mgmt. study (Oldroyd et al., MIT/InsideSales); 2026 Speed-to-Lead Benchmark, ArtemisGTM (15M sales interactions analyzed); Sopro State of Prospecting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MindPal: a coordinated team of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agents, not another chatbot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is a self-serve, no-code platform: you (or your RevOps team) build the agents and connect the workflow yourselves — either by dragging nodes manually, or describing the process to Mindie, MindPal's AI workflow assistant, in plain language.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one job — research, scoring, drafting — trained on your ICP, playbooks and brand voice via System Instructions and Knowledge Sources.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7356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6963156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Not One-Offs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63156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work like an assembly line: Router, Loop and Orchestrator-Worker nodes replicate your actual sales process.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Input Node pauses the workflow for a rep to review, edit or approve before anything ships — nothing sends unsupervised.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7356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963156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Into Your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3156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CRM and inbox via Composio (100+ apps incl. HubSpot) and MCP (Beta) — no rip-and-replace.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— RESEARCH &amp; QUALIFICATION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&amp; Qualification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spends 15-20 min per account 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 before the first touch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builds a full account brief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a minute — SDR just reviews 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pulls firmographics, tech stack, funding/news signals and prior CRM history the moment a target account is queued.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Agent scores fit against your ICP and buying-signal rules, filtering out accounts that will never convert.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Input Node hands the SDR a one-page brief and a recommended angle — the rep decides, the agent never sends anything alone.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accounts route automatically into the rep's queue in CRM, fully enriched — zero manual data entry.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— SPEED-TO-LEAD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Speed-to-Lead Response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inbound lead waits 29 hours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first human response — if one ever comes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personalized response goes out in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minutes, 24/7 — rep is looped in live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lead fills a form or replies to an email, the Response Agent drafts a personalized reply using the account's context and intent signal.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Node classifies urgency: high-intent leads get an instant escalation ping to the assigned rep's phone.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Node: for anything outside pre-approved templates, a rep approves or edits before it sends — speed without losing control.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and weekend leads (≈52% of volume) get covered automatically instead of sitting in a queue until Monday.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— DEAL DESK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Quote-to-Proposal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spends 2-4 hours assembling a custom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quote, proposal and redline-ready contract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proposal, pricing and first-pass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markup ready in minutes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workflow pulls deal terms from CRM, pricing rules from your rate card, and past win/loss data for similar deals.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draft the proposal narrative, build the pricing table, and flag any non-standard contract clauses for legal review.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Node: Deal Desk or AE reviews and approves before anything reaches the customer — agents draft, humans decide.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for a standard proposal drops from days to same-day, directly shortening your sales cycle.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VALUE, QUANTIFIED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saved. Revenue unlocked. Speed gained.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31520" y="1503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below is shown in full — swap in your own headcount, pipeline and close rate. Bold rates are sourced (see slides 2–3); reclaim/uplift assumptions are marked as estimates for you to pressure-test.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~$700K / yr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selling capacity for a 50-rep org.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33856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× $100K × 28% × 50%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3856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× fully-loaded cost/rep (Bridge Group) × research-time share (Sopro) × est. reclaim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3024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39056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UNLOCKED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39056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+$720K ARR / yr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39056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$24M example pipeline, 20% close rate.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9056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5360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85360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$24M × 15% × 20%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85360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× est. conversion lift (informed by speed curve, slide 3) × close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34528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0560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90560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 → &lt;1 min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hrs → &lt;5 min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290560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research time and lead response time.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90560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36864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36864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36864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observed in the 3 use cases (slides 5–7), not modeled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PAYBACK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240" y="8351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fee is not the decision driver here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is priced per seat and AI credits, self-serve — no procurement cycle required. Real published pricing, July 2026.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MINDPAL COSTS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(1 pod, 10-12 reps)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299008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plan — $179/mo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336499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editor + 20 user seats, 30K AI credits/mo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379476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(50 reps)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 plan — $449/mo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41655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seats, 100K AI credits/mo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option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509320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MindPal Managed — $2,000/mo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46811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automation engineer builds it for you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1636" y="205740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1676" y="22860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MODELED TO CREATE (SEE FORMULAS, SLIDE 8)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1676" y="2651760"/>
            <a:ext cx="45857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~$1.42M / yr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51676" y="324612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50-rep org ($700K cost saved + $720K revenue unlocked, from slide 8)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51676" y="3840480"/>
            <a:ext cx="4585716" cy="0"/>
          </a:xfrm>
          <a:prstGeom prst="line">
            <a:avLst/>
          </a:prstGeom>
          <a:noFill/>
          <a:ln w="12700">
            <a:solidFill>
              <a:srgbClr val="C7C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1676" y="4023360"/>
            <a:ext cx="45857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plan ($449/mo = $5,388/yr) is about 0.4% of that modeled value — at this price, the platform fee doesn't need a payback calculation.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0891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work. A human always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send button.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53512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75504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75504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58584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97496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97496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/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0576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19488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19488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can include a Human Input Node at the step that matters most to you — first outbound message, quote value above a threshold, or contract terms. Agents draft and route; your reps stay the final decision-maker on anything that reaches a prospect.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CRM and inbox via Composio (100+ apps incl. HubSpot) and MCP (Beta, via Zapier/Make/Composio servers) — no migration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full deployment in one quarter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Setup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Advanced plan ($179/mo) for 1 pod (10-12 reps)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CRM and inbox via Composio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Research + Qualification agents on your ICP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82803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470916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response time &amp; research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3024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3024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3024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401312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9056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Speed-to-Lead agent with a Human Input Node for 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1312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9056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tuning with RevOps on scoring &amp; templates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1312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39056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response time, SQL volume, hours reclaimed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34528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34528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34528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&amp; Decide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052816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90560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/ Proposal agent added for pod's AEs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52816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90560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readout vs. baseline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52816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90560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 upgrade to Ultra plan ($449/mo) and scale to all 50 reps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pod. 90 days. A decision you can make today.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47088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pilot on MindPal's Advanced plan — $179/month, self-serve signup, no procurement cycle. Upgrade to Ultra ($449/mo) only once the pilot proves out.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74320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pod of 10-12 reps, a pod manager as sponsor, and ~3 hrs/week from RevOps to configure agents and connect tools via Composio.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66744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63931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639312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to connect CRM and inbox via Composio (OAuth) for the pilot pod — no IT migration required.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62856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5354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535424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upfront: &lt;5 min lead response, +20% SQL volume, 10+ hrs/week/rep reclaimed — measured at Day 90.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$179/month, this pilot costs less than a single team lunch — if we don't hit the numbers by Day 90, we simply don't renew.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pitch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0725912" cy="3108960"/>
          </a:xfrm>
          <a:prstGeom prst="roundRect">
            <a:avLst>
              <a:gd name="adj" fmla="val 4118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9994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SDRs spend 60% of their time on non-selling work — nearly a third of it just researching who to contact — while the average inbound lead waits 29 hours for a response, if one ever comes at all. On MindPal, your team can build a coordinated set of AI agents — with a Human Input Node holding every outbound message for review — that cuts research time by over 90%, drops response time under 5 minutes, and is modeled to reclaim roughly $700K a year in selling capacity for a 50-rep org. The platform itself runs $179-449 a month, self-serve, no procurement needed — so this isn't a budget decision, it's a 90-day pilot with one pod to prove the numbers before rolling it out further.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one pod on it.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1924</Words>
  <Application>Microsoft Office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Giang Thành Công</cp:lastModifiedBy>
  <cp:revision>2</cp:revision>
  <dcterms:created xsi:type="dcterms:W3CDTF">2026-07-17T08:30:40Z</dcterms:created>
  <dcterms:modified xsi:type="dcterms:W3CDTF">2026-07-17T08:36:21Z</dcterms:modified>
</cp:coreProperties>
</file>